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324" r:id="rId3"/>
    <p:sldId id="380" r:id="rId4"/>
    <p:sldId id="325" r:id="rId5"/>
    <p:sldId id="379" r:id="rId6"/>
    <p:sldId id="386" r:id="rId7"/>
    <p:sldId id="387" r:id="rId8"/>
    <p:sldId id="388" r:id="rId9"/>
    <p:sldId id="383" r:id="rId10"/>
    <p:sldId id="377" r:id="rId11"/>
    <p:sldId id="385" r:id="rId12"/>
    <p:sldId id="378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4922C-E9C9-4610-AD19-9CAED1EA228A}" v="7" dt="2024-12-20T15:17:39.194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9494" autoAdjust="0"/>
  </p:normalViewPr>
  <p:slideViewPr>
    <p:cSldViewPr>
      <p:cViewPr varScale="1">
        <p:scale>
          <a:sx n="147" d="100"/>
          <a:sy n="147" d="100"/>
        </p:scale>
        <p:origin x="54" y="14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Q Y" userId="8928a8203649b80b" providerId="LiveId" clId="{8E94922C-E9C9-4610-AD19-9CAED1EA228A}"/>
    <pc:docChg chg="custSel addSld modSld sldOrd">
      <pc:chgData name="ZQ Y" userId="8928a8203649b80b" providerId="LiveId" clId="{8E94922C-E9C9-4610-AD19-9CAED1EA228A}" dt="2024-12-20T15:23:09.229" v="255" actId="20577"/>
      <pc:docMkLst>
        <pc:docMk/>
      </pc:docMkLst>
      <pc:sldChg chg="modSp mod">
        <pc:chgData name="ZQ Y" userId="8928a8203649b80b" providerId="LiveId" clId="{8E94922C-E9C9-4610-AD19-9CAED1EA228A}" dt="2024-12-20T15:23:09.229" v="255" actId="20577"/>
        <pc:sldMkLst>
          <pc:docMk/>
          <pc:sldMk cId="0" sldId="256"/>
        </pc:sldMkLst>
        <pc:graphicFrameChg chg="modGraphic">
          <ac:chgData name="ZQ Y" userId="8928a8203649b80b" providerId="LiveId" clId="{8E94922C-E9C9-4610-AD19-9CAED1EA228A}" dt="2024-12-20T15:23:09.229" v="255" actId="20577"/>
          <ac:graphicFrameMkLst>
            <pc:docMk/>
            <pc:sldMk cId="0" sldId="256"/>
            <ac:graphicFrameMk id="10" creationId="{34E8BD5C-139B-9159-C54D-1DCDAE7F34C2}"/>
          </ac:graphicFrameMkLst>
        </pc:graphicFrameChg>
      </pc:sldChg>
      <pc:sldChg chg="modSp mod">
        <pc:chgData name="ZQ Y" userId="8928a8203649b80b" providerId="LiveId" clId="{8E94922C-E9C9-4610-AD19-9CAED1EA228A}" dt="2024-12-20T15:21:05.375" v="231" actId="27636"/>
        <pc:sldMkLst>
          <pc:docMk/>
          <pc:sldMk cId="2166973308" sldId="324"/>
        </pc:sldMkLst>
        <pc:spChg chg="mod">
          <ac:chgData name="ZQ Y" userId="8928a8203649b80b" providerId="LiveId" clId="{8E94922C-E9C9-4610-AD19-9CAED1EA228A}" dt="2024-12-20T15:21:05.375" v="231" actId="27636"/>
          <ac:spMkLst>
            <pc:docMk/>
            <pc:sldMk cId="2166973308" sldId="324"/>
            <ac:spMk id="3" creationId="{00000000-0000-0000-0000-000000000000}"/>
          </ac:spMkLst>
        </pc:spChg>
      </pc:sldChg>
      <pc:sldChg chg="ord">
        <pc:chgData name="ZQ Y" userId="8928a8203649b80b" providerId="LiveId" clId="{8E94922C-E9C9-4610-AD19-9CAED1EA228A}" dt="2024-12-20T15:20:19.681" v="222"/>
        <pc:sldMkLst>
          <pc:docMk/>
          <pc:sldMk cId="3979863845" sldId="380"/>
        </pc:sldMkLst>
      </pc:sldChg>
      <pc:sldChg chg="addSp delSp modSp new mod">
        <pc:chgData name="ZQ Y" userId="8928a8203649b80b" providerId="LiveId" clId="{8E94922C-E9C9-4610-AD19-9CAED1EA228A}" dt="2024-12-20T15:15:10.422" v="77" actId="1076"/>
        <pc:sldMkLst>
          <pc:docMk/>
          <pc:sldMk cId="427240906" sldId="386"/>
        </pc:sldMkLst>
        <pc:spChg chg="mod">
          <ac:chgData name="ZQ Y" userId="8928a8203649b80b" providerId="LiveId" clId="{8E94922C-E9C9-4610-AD19-9CAED1EA228A}" dt="2024-12-20T15:07:59.691" v="17" actId="20577"/>
          <ac:spMkLst>
            <pc:docMk/>
            <pc:sldMk cId="427240906" sldId="386"/>
            <ac:spMk id="2" creationId="{248D39D2-EC75-994B-AAC0-3970DA9C3542}"/>
          </ac:spMkLst>
        </pc:spChg>
        <pc:spChg chg="del">
          <ac:chgData name="ZQ Y" userId="8928a8203649b80b" providerId="LiveId" clId="{8E94922C-E9C9-4610-AD19-9CAED1EA228A}" dt="2024-12-20T15:11:56.985" v="18" actId="22"/>
          <ac:spMkLst>
            <pc:docMk/>
            <pc:sldMk cId="427240906" sldId="386"/>
            <ac:spMk id="3" creationId="{E9579761-6AB0-390C-F998-E97C1B7BA3D1}"/>
          </ac:spMkLst>
        </pc:spChg>
        <pc:spChg chg="add del mod">
          <ac:chgData name="ZQ Y" userId="8928a8203649b80b" providerId="LiveId" clId="{8E94922C-E9C9-4610-AD19-9CAED1EA228A}" dt="2024-12-20T15:12:17.092" v="24"/>
          <ac:spMkLst>
            <pc:docMk/>
            <pc:sldMk cId="427240906" sldId="386"/>
            <ac:spMk id="8" creationId="{B256A3EE-3545-A0F8-18DC-E97D4BCC561A}"/>
          </ac:spMkLst>
        </pc:spChg>
        <pc:spChg chg="add mod">
          <ac:chgData name="ZQ Y" userId="8928a8203649b80b" providerId="LiveId" clId="{8E94922C-E9C9-4610-AD19-9CAED1EA228A}" dt="2024-12-20T15:12:45.757" v="40" actId="20577"/>
          <ac:spMkLst>
            <pc:docMk/>
            <pc:sldMk cId="427240906" sldId="386"/>
            <ac:spMk id="11" creationId="{6A829658-1BFC-F390-2C3D-3F07F4987268}"/>
          </ac:spMkLst>
        </pc:spChg>
        <pc:spChg chg="add mod">
          <ac:chgData name="ZQ Y" userId="8928a8203649b80b" providerId="LiveId" clId="{8E94922C-E9C9-4610-AD19-9CAED1EA228A}" dt="2024-12-20T15:14:35.185" v="66" actId="1076"/>
          <ac:spMkLst>
            <pc:docMk/>
            <pc:sldMk cId="427240906" sldId="386"/>
            <ac:spMk id="14" creationId="{D2251634-A618-0947-79D1-FFAD41C37775}"/>
          </ac:spMkLst>
        </pc:spChg>
        <pc:spChg chg="add del mod">
          <ac:chgData name="ZQ Y" userId="8928a8203649b80b" providerId="LiveId" clId="{8E94922C-E9C9-4610-AD19-9CAED1EA228A}" dt="2024-12-20T15:14:21.846" v="61" actId="478"/>
          <ac:spMkLst>
            <pc:docMk/>
            <pc:sldMk cId="427240906" sldId="386"/>
            <ac:spMk id="16" creationId="{836BF67E-9163-F100-D8EB-D95478C850AF}"/>
          </ac:spMkLst>
        </pc:spChg>
        <pc:picChg chg="add mod ord">
          <ac:chgData name="ZQ Y" userId="8928a8203649b80b" providerId="LiveId" clId="{8E94922C-E9C9-4610-AD19-9CAED1EA228A}" dt="2024-12-20T15:14:33.883" v="65" actId="1076"/>
          <ac:picMkLst>
            <pc:docMk/>
            <pc:sldMk cId="427240906" sldId="386"/>
            <ac:picMk id="5" creationId="{9D7F30BF-88E4-4B53-C32C-0296F365C333}"/>
          </ac:picMkLst>
        </pc:picChg>
        <pc:picChg chg="add del mod">
          <ac:chgData name="ZQ Y" userId="8928a8203649b80b" providerId="LiveId" clId="{8E94922C-E9C9-4610-AD19-9CAED1EA228A}" dt="2024-12-20T15:15:09.243" v="75" actId="478"/>
          <ac:picMkLst>
            <pc:docMk/>
            <pc:sldMk cId="427240906" sldId="386"/>
            <ac:picMk id="13" creationId="{1BCDABC6-9DC7-41E9-A0A0-C75ADDC25DED}"/>
          </ac:picMkLst>
        </pc:picChg>
        <pc:picChg chg="add mod">
          <ac:chgData name="ZQ Y" userId="8928a8203649b80b" providerId="LiveId" clId="{8E94922C-E9C9-4610-AD19-9CAED1EA228A}" dt="2024-12-20T15:15:10.422" v="77" actId="1076"/>
          <ac:picMkLst>
            <pc:docMk/>
            <pc:sldMk cId="427240906" sldId="386"/>
            <ac:picMk id="17" creationId="{0DD5679E-A8A4-E899-4760-5B0B9EAB6815}"/>
          </ac:picMkLst>
        </pc:picChg>
        <pc:cxnChg chg="add mod">
          <ac:chgData name="ZQ Y" userId="8928a8203649b80b" providerId="LiveId" clId="{8E94922C-E9C9-4610-AD19-9CAED1EA228A}" dt="2024-12-20T15:13:32.164" v="49" actId="14100"/>
          <ac:cxnSpMkLst>
            <pc:docMk/>
            <pc:sldMk cId="427240906" sldId="386"/>
            <ac:cxnSpMk id="7" creationId="{4DD1B1AE-0FFA-3372-88EA-F478A0F4F030}"/>
          </ac:cxnSpMkLst>
        </pc:cxnChg>
      </pc:sldChg>
      <pc:sldChg chg="addSp delSp modSp add mod">
        <pc:chgData name="ZQ Y" userId="8928a8203649b80b" providerId="LiveId" clId="{8E94922C-E9C9-4610-AD19-9CAED1EA228A}" dt="2024-12-20T15:17:34.908" v="178" actId="1076"/>
        <pc:sldMkLst>
          <pc:docMk/>
          <pc:sldMk cId="2423015433" sldId="387"/>
        </pc:sldMkLst>
        <pc:spChg chg="add del mod">
          <ac:chgData name="ZQ Y" userId="8928a8203649b80b" providerId="LiveId" clId="{8E94922C-E9C9-4610-AD19-9CAED1EA228A}" dt="2024-12-20T15:15:42.974" v="87" actId="478"/>
          <ac:spMkLst>
            <pc:docMk/>
            <pc:sldMk cId="2423015433" sldId="387"/>
            <ac:spMk id="8" creationId="{D9516DBE-380A-0B02-BA73-6EBA70A90F00}"/>
          </ac:spMkLst>
        </pc:spChg>
        <pc:spChg chg="mod">
          <ac:chgData name="ZQ Y" userId="8928a8203649b80b" providerId="LiveId" clId="{8E94922C-E9C9-4610-AD19-9CAED1EA228A}" dt="2024-12-20T15:15:56.925" v="127" actId="1076"/>
          <ac:spMkLst>
            <pc:docMk/>
            <pc:sldMk cId="2423015433" sldId="387"/>
            <ac:spMk id="11" creationId="{90930F59-DDCD-CFE5-7EE1-737CBA055D3E}"/>
          </ac:spMkLst>
        </pc:spChg>
        <pc:spChg chg="mod">
          <ac:chgData name="ZQ Y" userId="8928a8203649b80b" providerId="LiveId" clId="{8E94922C-E9C9-4610-AD19-9CAED1EA228A}" dt="2024-12-20T15:16:56.883" v="176" actId="1076"/>
          <ac:spMkLst>
            <pc:docMk/>
            <pc:sldMk cId="2423015433" sldId="387"/>
            <ac:spMk id="14" creationId="{FA7FE86D-3272-C927-3F22-42F94BAB62F4}"/>
          </ac:spMkLst>
        </pc:spChg>
        <pc:picChg chg="add del mod">
          <ac:chgData name="ZQ Y" userId="8928a8203649b80b" providerId="LiveId" clId="{8E94922C-E9C9-4610-AD19-9CAED1EA228A}" dt="2024-12-20T15:16:20.270" v="129" actId="478"/>
          <ac:picMkLst>
            <pc:docMk/>
            <pc:sldMk cId="2423015433" sldId="387"/>
            <ac:picMk id="4" creationId="{731843B8-3B36-03BE-254C-443FFAAF611E}"/>
          </ac:picMkLst>
        </pc:picChg>
        <pc:picChg chg="del">
          <ac:chgData name="ZQ Y" userId="8928a8203649b80b" providerId="LiveId" clId="{8E94922C-E9C9-4610-AD19-9CAED1EA228A}" dt="2024-12-20T15:15:26.591" v="78" actId="478"/>
          <ac:picMkLst>
            <pc:docMk/>
            <pc:sldMk cId="2423015433" sldId="387"/>
            <ac:picMk id="5" creationId="{46B62B97-9679-9303-1148-2E569D7039A6}"/>
          </ac:picMkLst>
        </pc:picChg>
        <pc:picChg chg="add mod">
          <ac:chgData name="ZQ Y" userId="8928a8203649b80b" providerId="LiveId" clId="{8E94922C-E9C9-4610-AD19-9CAED1EA228A}" dt="2024-12-20T15:16:50.918" v="172" actId="1076"/>
          <ac:picMkLst>
            <pc:docMk/>
            <pc:sldMk cId="2423015433" sldId="387"/>
            <ac:picMk id="10" creationId="{F5516E38-3BA2-6336-AFC7-C9D56439664F}"/>
          </ac:picMkLst>
        </pc:picChg>
        <pc:picChg chg="del mod">
          <ac:chgData name="ZQ Y" userId="8928a8203649b80b" providerId="LiveId" clId="{8E94922C-E9C9-4610-AD19-9CAED1EA228A}" dt="2024-12-20T15:14:56.659" v="68" actId="478"/>
          <ac:picMkLst>
            <pc:docMk/>
            <pc:sldMk cId="2423015433" sldId="387"/>
            <ac:picMk id="13" creationId="{C0CE230C-5E53-44D4-2118-CA4F5F5676A6}"/>
          </ac:picMkLst>
        </pc:picChg>
        <pc:picChg chg="add mod">
          <ac:chgData name="ZQ Y" userId="8928a8203649b80b" providerId="LiveId" clId="{8E94922C-E9C9-4610-AD19-9CAED1EA228A}" dt="2024-12-20T15:16:23.942" v="132" actId="1076"/>
          <ac:picMkLst>
            <pc:docMk/>
            <pc:sldMk cId="2423015433" sldId="387"/>
            <ac:picMk id="15" creationId="{2959355A-A288-FB21-6754-1895C47AE8F4}"/>
          </ac:picMkLst>
        </pc:picChg>
        <pc:picChg chg="add mod">
          <ac:chgData name="ZQ Y" userId="8928a8203649b80b" providerId="LiveId" clId="{8E94922C-E9C9-4610-AD19-9CAED1EA228A}" dt="2024-12-20T15:17:34.908" v="178" actId="1076"/>
          <ac:picMkLst>
            <pc:docMk/>
            <pc:sldMk cId="2423015433" sldId="387"/>
            <ac:picMk id="17" creationId="{7758A0B7-EA65-DA40-8A33-C11E5E454793}"/>
          </ac:picMkLst>
        </pc:picChg>
        <pc:cxnChg chg="mod">
          <ac:chgData name="ZQ Y" userId="8928a8203649b80b" providerId="LiveId" clId="{8E94922C-E9C9-4610-AD19-9CAED1EA228A}" dt="2024-12-20T15:16:54.817" v="175" actId="14100"/>
          <ac:cxnSpMkLst>
            <pc:docMk/>
            <pc:sldMk cId="2423015433" sldId="387"/>
            <ac:cxnSpMk id="7" creationId="{B1ED8F18-03D8-5D63-9015-0EA5E06624A8}"/>
          </ac:cxnSpMkLst>
        </pc:cxnChg>
      </pc:sldChg>
      <pc:sldChg chg="addSp delSp modSp add mod">
        <pc:chgData name="ZQ Y" userId="8928a8203649b80b" providerId="LiveId" clId="{8E94922C-E9C9-4610-AD19-9CAED1EA228A}" dt="2024-12-20T15:18:40.624" v="220" actId="1076"/>
        <pc:sldMkLst>
          <pc:docMk/>
          <pc:sldMk cId="3283374136" sldId="388"/>
        </pc:sldMkLst>
        <pc:spChg chg="mod">
          <ac:chgData name="ZQ Y" userId="8928a8203649b80b" providerId="LiveId" clId="{8E94922C-E9C9-4610-AD19-9CAED1EA228A}" dt="2024-12-20T15:18:03.785" v="196" actId="20577"/>
          <ac:spMkLst>
            <pc:docMk/>
            <pc:sldMk cId="3283374136" sldId="388"/>
            <ac:spMk id="11" creationId="{E5AFB72E-F08A-A4FF-F2DE-9518582005CC}"/>
          </ac:spMkLst>
        </pc:spChg>
        <pc:spChg chg="mod">
          <ac:chgData name="ZQ Y" userId="8928a8203649b80b" providerId="LiveId" clId="{8E94922C-E9C9-4610-AD19-9CAED1EA228A}" dt="2024-12-20T15:18:40.624" v="220" actId="1076"/>
          <ac:spMkLst>
            <pc:docMk/>
            <pc:sldMk cId="3283374136" sldId="388"/>
            <ac:spMk id="14" creationId="{4BF39BBD-B44F-A217-A4BE-FD215C4AC68E}"/>
          </ac:spMkLst>
        </pc:spChg>
        <pc:picChg chg="add mod">
          <ac:chgData name="ZQ Y" userId="8928a8203649b80b" providerId="LiveId" clId="{8E94922C-E9C9-4610-AD19-9CAED1EA228A}" dt="2024-12-20T15:18:08.895" v="199" actId="1076"/>
          <ac:picMkLst>
            <pc:docMk/>
            <pc:sldMk cId="3283374136" sldId="388"/>
            <ac:picMk id="4" creationId="{D7689341-A0C8-BBEF-AE84-E3DA41ABFD42}"/>
          </ac:picMkLst>
        </pc:picChg>
        <pc:picChg chg="add mod">
          <ac:chgData name="ZQ Y" userId="8928a8203649b80b" providerId="LiveId" clId="{8E94922C-E9C9-4610-AD19-9CAED1EA228A}" dt="2024-12-20T15:18:39.450" v="219" actId="1076"/>
          <ac:picMkLst>
            <pc:docMk/>
            <pc:sldMk cId="3283374136" sldId="388"/>
            <ac:picMk id="6" creationId="{C8A430E2-3CAE-84CC-2F7F-9A606A8B9233}"/>
          </ac:picMkLst>
        </pc:picChg>
        <pc:picChg chg="del">
          <ac:chgData name="ZQ Y" userId="8928a8203649b80b" providerId="LiveId" clId="{8E94922C-E9C9-4610-AD19-9CAED1EA228A}" dt="2024-12-20T15:17:58.191" v="180" actId="478"/>
          <ac:picMkLst>
            <pc:docMk/>
            <pc:sldMk cId="3283374136" sldId="388"/>
            <ac:picMk id="10" creationId="{DAA3EB8D-8771-FFDA-29E4-FF1EA3729B4C}"/>
          </ac:picMkLst>
        </pc:picChg>
        <pc:picChg chg="del">
          <ac:chgData name="ZQ Y" userId="8928a8203649b80b" providerId="LiveId" clId="{8E94922C-E9C9-4610-AD19-9CAED1EA228A}" dt="2024-12-20T15:18:20.653" v="215" actId="478"/>
          <ac:picMkLst>
            <pc:docMk/>
            <pc:sldMk cId="3283374136" sldId="388"/>
            <ac:picMk id="15" creationId="{DEB2517F-1421-92F4-C14D-2F819C1D1162}"/>
          </ac:picMkLst>
        </pc:picChg>
        <pc:picChg chg="del">
          <ac:chgData name="ZQ Y" userId="8928a8203649b80b" providerId="LiveId" clId="{8E94922C-E9C9-4610-AD19-9CAED1EA228A}" dt="2024-12-20T15:18:19.263" v="214" actId="478"/>
          <ac:picMkLst>
            <pc:docMk/>
            <pc:sldMk cId="3283374136" sldId="388"/>
            <ac:picMk id="17" creationId="{A1B5D355-F2E5-A498-EBF1-29A5B667C8E2}"/>
          </ac:picMkLst>
        </pc:picChg>
      </pc:sldChg>
    </pc:docChg>
  </pc:docChgLst>
  <pc:docChgLst>
    <pc:chgData name="ZQ Y" userId="8928a8203649b80b" providerId="LiveId" clId="{62EDAB46-9761-4F8D-80EC-0DB4D08FDA61}"/>
    <pc:docChg chg="custSel modSld">
      <pc:chgData name="ZQ Y" userId="8928a8203649b80b" providerId="LiveId" clId="{62EDAB46-9761-4F8D-80EC-0DB4D08FDA61}" dt="2024-12-14T12:10:27.163" v="421" actId="20577"/>
      <pc:docMkLst>
        <pc:docMk/>
      </pc:docMkLst>
      <pc:sldChg chg="modSp mod">
        <pc:chgData name="ZQ Y" userId="8928a8203649b80b" providerId="LiveId" clId="{62EDAB46-9761-4F8D-80EC-0DB4D08FDA61}" dt="2024-12-13T12:02:15.787" v="193" actId="20577"/>
        <pc:sldMkLst>
          <pc:docMk/>
          <pc:sldMk cId="0" sldId="256"/>
        </pc:sldMkLst>
        <pc:spChg chg="mod">
          <ac:chgData name="ZQ Y" userId="8928a8203649b80b" providerId="LiveId" clId="{62EDAB46-9761-4F8D-80EC-0DB4D08FDA61}" dt="2024-12-13T08:28:26.193" v="127"/>
          <ac:spMkLst>
            <pc:docMk/>
            <pc:sldMk cId="0" sldId="256"/>
            <ac:spMk id="2" creationId="{00000000-0000-0000-0000-000000000000}"/>
          </ac:spMkLst>
        </pc:spChg>
        <pc:spChg chg="mod">
          <ac:chgData name="ZQ Y" userId="8928a8203649b80b" providerId="LiveId" clId="{62EDAB46-9761-4F8D-80EC-0DB4D08FDA61}" dt="2024-12-13T08:22:18.498" v="88" actId="1076"/>
          <ac:spMkLst>
            <pc:docMk/>
            <pc:sldMk cId="0" sldId="256"/>
            <ac:spMk id="6" creationId="{E685EB3F-FA76-18F8-DEA5-5D2A2D36E404}"/>
          </ac:spMkLst>
        </pc:spChg>
        <pc:graphicFrameChg chg="mod modGraphic">
          <ac:chgData name="ZQ Y" userId="8928a8203649b80b" providerId="LiveId" clId="{62EDAB46-9761-4F8D-80EC-0DB4D08FDA61}" dt="2024-12-13T12:02:15.787" v="193" actId="20577"/>
          <ac:graphicFrameMkLst>
            <pc:docMk/>
            <pc:sldMk cId="0" sldId="256"/>
            <ac:graphicFrameMk id="10" creationId="{34E8BD5C-139B-9159-C54D-1DCDAE7F34C2}"/>
          </ac:graphicFrameMkLst>
        </pc:graphicFrameChg>
      </pc:sldChg>
      <pc:sldChg chg="modSp mod">
        <pc:chgData name="ZQ Y" userId="8928a8203649b80b" providerId="LiveId" clId="{62EDAB46-9761-4F8D-80EC-0DB4D08FDA61}" dt="2024-12-14T12:09:38.208" v="409" actId="20577"/>
        <pc:sldMkLst>
          <pc:docMk/>
          <pc:sldMk cId="433370111" sldId="377"/>
        </pc:sldMkLst>
        <pc:spChg chg="mod">
          <ac:chgData name="ZQ Y" userId="8928a8203649b80b" providerId="LiveId" clId="{62EDAB46-9761-4F8D-80EC-0DB4D08FDA61}" dt="2024-12-14T12:09:06.621" v="321"/>
          <ac:spMkLst>
            <pc:docMk/>
            <pc:sldMk cId="433370111" sldId="377"/>
            <ac:spMk id="2" creationId="{00000000-0000-0000-0000-000000000000}"/>
          </ac:spMkLst>
        </pc:spChg>
        <pc:spChg chg="mod">
          <ac:chgData name="ZQ Y" userId="8928a8203649b80b" providerId="LiveId" clId="{62EDAB46-9761-4F8D-80EC-0DB4D08FDA61}" dt="2024-12-14T12:09:38.208" v="409" actId="20577"/>
          <ac:spMkLst>
            <pc:docMk/>
            <pc:sldMk cId="433370111" sldId="377"/>
            <ac:spMk id="3" creationId="{00000000-0000-0000-0000-000000000000}"/>
          </ac:spMkLst>
        </pc:spChg>
      </pc:sldChg>
      <pc:sldChg chg="modSp mod">
        <pc:chgData name="ZQ Y" userId="8928a8203649b80b" providerId="LiveId" clId="{62EDAB46-9761-4F8D-80EC-0DB4D08FDA61}" dt="2024-12-14T12:10:21.189" v="420" actId="12"/>
        <pc:sldMkLst>
          <pc:docMk/>
          <pc:sldMk cId="215679390" sldId="378"/>
        </pc:sldMkLst>
        <pc:spChg chg="mod">
          <ac:chgData name="ZQ Y" userId="8928a8203649b80b" providerId="LiveId" clId="{62EDAB46-9761-4F8D-80EC-0DB4D08FDA61}" dt="2024-12-14T12:10:21.189" v="420" actId="12"/>
          <ac:spMkLst>
            <pc:docMk/>
            <pc:sldMk cId="215679390" sldId="378"/>
            <ac:spMk id="3" creationId="{00000000-0000-0000-0000-000000000000}"/>
          </ac:spMkLst>
        </pc:spChg>
      </pc:sldChg>
      <pc:sldChg chg="modSp mod">
        <pc:chgData name="ZQ Y" userId="8928a8203649b80b" providerId="LiveId" clId="{62EDAB46-9761-4F8D-80EC-0DB4D08FDA61}" dt="2024-12-13T08:23:38.452" v="126" actId="14100"/>
        <pc:sldMkLst>
          <pc:docMk/>
          <pc:sldMk cId="3979863845" sldId="380"/>
        </pc:sldMkLst>
        <pc:spChg chg="mod">
          <ac:chgData name="ZQ Y" userId="8928a8203649b80b" providerId="LiveId" clId="{62EDAB46-9761-4F8D-80EC-0DB4D08FDA61}" dt="2024-12-13T08:23:23.128" v="124" actId="20577"/>
          <ac:spMkLst>
            <pc:docMk/>
            <pc:sldMk cId="3979863845" sldId="380"/>
            <ac:spMk id="3" creationId="{08881038-64F4-7597-08F5-F57B3EC0F84E}"/>
          </ac:spMkLst>
        </pc:spChg>
        <pc:picChg chg="mod">
          <ac:chgData name="ZQ Y" userId="8928a8203649b80b" providerId="LiveId" clId="{62EDAB46-9761-4F8D-80EC-0DB4D08FDA61}" dt="2024-12-13T08:23:38.452" v="126" actId="14100"/>
          <ac:picMkLst>
            <pc:docMk/>
            <pc:sldMk cId="3979863845" sldId="380"/>
            <ac:picMk id="5" creationId="{ADFD93C8-B85F-3557-924E-DBF35946B4C7}"/>
          </ac:picMkLst>
        </pc:picChg>
      </pc:sldChg>
      <pc:sldChg chg="modSp mod">
        <pc:chgData name="ZQ Y" userId="8928a8203649b80b" providerId="LiveId" clId="{62EDAB46-9761-4F8D-80EC-0DB4D08FDA61}" dt="2024-12-14T12:10:27.163" v="421" actId="20577"/>
        <pc:sldMkLst>
          <pc:docMk/>
          <pc:sldMk cId="2417526993" sldId="383"/>
        </pc:sldMkLst>
        <pc:spChg chg="mod">
          <ac:chgData name="ZQ Y" userId="8928a8203649b80b" providerId="LiveId" clId="{62EDAB46-9761-4F8D-80EC-0DB4D08FDA61}" dt="2024-12-14T12:08:57.251" v="319" actId="27636"/>
          <ac:spMkLst>
            <pc:docMk/>
            <pc:sldMk cId="2417526993" sldId="383"/>
            <ac:spMk id="2" creationId="{4AFF67D9-0BAA-7519-3469-5E7B48092D8F}"/>
          </ac:spMkLst>
        </pc:spChg>
        <pc:spChg chg="mod">
          <ac:chgData name="ZQ Y" userId="8928a8203649b80b" providerId="LiveId" clId="{62EDAB46-9761-4F8D-80EC-0DB4D08FDA61}" dt="2024-12-14T12:10:27.163" v="421" actId="20577"/>
          <ac:spMkLst>
            <pc:docMk/>
            <pc:sldMk cId="2417526993" sldId="383"/>
            <ac:spMk id="3" creationId="{4C143D30-7F72-2F8D-C468-01AB18378CF6}"/>
          </ac:spMkLst>
        </pc:spChg>
      </pc:sldChg>
      <pc:sldChg chg="modSp mod">
        <pc:chgData name="ZQ Y" userId="8928a8203649b80b" providerId="LiveId" clId="{62EDAB46-9761-4F8D-80EC-0DB4D08FDA61}" dt="2024-12-14T12:09:50.007" v="417" actId="20577"/>
        <pc:sldMkLst>
          <pc:docMk/>
          <pc:sldMk cId="3526621267" sldId="385"/>
        </pc:sldMkLst>
        <pc:spChg chg="mod">
          <ac:chgData name="ZQ Y" userId="8928a8203649b80b" providerId="LiveId" clId="{62EDAB46-9761-4F8D-80EC-0DB4D08FDA61}" dt="2024-12-14T12:09:50.007" v="417" actId="20577"/>
          <ac:spMkLst>
            <pc:docMk/>
            <pc:sldMk cId="3526621267" sldId="385"/>
            <ac:spMk id="3" creationId="{FDB9118F-1646-4BEC-51E3-4E0AA1691B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D455D-8C27-D84E-8B0A-B8CA1CB30F7A}" type="datetimeFigureOut">
              <a:rPr lang="en-US" smtClean="0"/>
              <a:t>12/20/2024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62CB6-3356-B14A-B59C-9B9B7C2B9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83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1450"/>
            <a:ext cx="7772400" cy="3428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00450"/>
            <a:ext cx="6858000" cy="6858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56BC4-8C12-4950-B7A2-E652D48885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001124" y="3634740"/>
            <a:ext cx="142876" cy="1508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36347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D3BFE5-76AD-4C1F-9F82-4FCCA30974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F424-F111-43CB-9C75-D52325012943}" type="datetime1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5851"/>
            <a:ext cx="7772400" cy="324088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1451"/>
            <a:ext cx="7772400" cy="8001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BBF0-342D-409A-9C0A-B1B451E92883}" type="datetime1">
              <a:rPr lang="en-US" smtClean="0"/>
              <a:pPr/>
              <a:t>12/20/2024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F7886C9C-DC18-4195-8FD5-A50AA931D41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181101"/>
            <a:ext cx="329184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181101"/>
            <a:ext cx="329184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A190-4BDC-4D39-B5BB-A14B3E8B1B3D}" type="datetime1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179576"/>
            <a:ext cx="3291840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1694525"/>
            <a:ext cx="3291840" cy="28803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179576"/>
            <a:ext cx="3291840" cy="47982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1694525"/>
            <a:ext cx="3291840" cy="28803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D52F2-9B11-4FC0-9217-7D20B3AC9849}" type="datetime1">
              <a:rPr lang="en-US" smtClean="0"/>
              <a:pPr/>
              <a:t>12/20/2024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13737-8506-438E-ABC0-0BE7E06DCCA6}" type="datetime1">
              <a:rPr lang="en-US" smtClean="0"/>
              <a:pPr/>
              <a:t>12/20/2024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56BC4-8C12-4950-B7A2-E652D48885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BFE5-76AD-4C1F-9F82-4FCCA30974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200150"/>
            <a:ext cx="5111750" cy="33604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200150"/>
            <a:ext cx="3008313" cy="33604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542C1-4E96-413B-B72E-6C4B39D85C9D}" type="datetime1">
              <a:rPr lang="en-US" smtClean="0"/>
              <a:pPr/>
              <a:t>12/20/2024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6C9C-DC18-4195-8FD5-A50AA931D4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3634740"/>
            <a:ext cx="142876" cy="1508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363474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AU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4286250"/>
            <a:ext cx="8153400" cy="3429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42AA2-D442-471A-9D69-80392E1E581D}" type="datetime1">
              <a:rPr lang="en-US" smtClean="0"/>
              <a:pPr/>
              <a:t>12/20/2024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886C9C-DC18-4195-8FD5-A50AA931D41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3714750"/>
            <a:ext cx="8153400" cy="5715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36347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56BC4-8C12-4950-B7A2-E652D48885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BFE5-76AD-4C1F-9F82-4FCCA30974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56BC4-8C12-4950-B7A2-E652D48885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3BFE5-76AD-4C1F-9F82-4FCCA30974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4539"/>
            <a:ext cx="57912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AU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14451"/>
            <a:ext cx="7620000" cy="3280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40256BC4-8C12-4950-B7A2-E652D4888509}" type="datetimeFigureOut">
              <a:rPr lang="en-US" smtClean="0"/>
              <a:pPr/>
              <a:t>12/20/2024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4869657"/>
            <a:ext cx="3429000" cy="2128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391843" y="4368483"/>
            <a:ext cx="9867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17D3BFE5-76AD-4C1F-9F82-4FCCA30974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0287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028700"/>
            <a:ext cx="142876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111.231.191.2/#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9085" y="-92546"/>
            <a:ext cx="8640960" cy="2016223"/>
          </a:xfrm>
        </p:spPr>
        <p:txBody>
          <a:bodyPr/>
          <a:lstStyle/>
          <a:p>
            <a:r>
              <a:rPr lang="zh-CN" altLang="en-US" sz="3600" dirty="0">
                <a:solidFill>
                  <a:srgbClr val="C00000"/>
                </a:solidFill>
              </a:rPr>
              <a:t>破茧索</a:t>
            </a:r>
            <a:r>
              <a:rPr lang="en-US" altLang="zh-CN" sz="3600" dirty="0">
                <a:solidFill>
                  <a:srgbClr val="C00000"/>
                </a:solidFill>
              </a:rPr>
              <a:t>——</a:t>
            </a:r>
            <a:r>
              <a:rPr lang="zh-CN" altLang="en-US" sz="3600" dirty="0">
                <a:solidFill>
                  <a:srgbClr val="C00000"/>
                </a:solidFill>
              </a:rPr>
              <a:t>信息茧房破除系统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34E8BD5C-139B-9159-C54D-1DCDAE7F3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816921"/>
              </p:ext>
            </p:extLst>
          </p:nvPr>
        </p:nvGraphicFramePr>
        <p:xfrm>
          <a:off x="107505" y="1707654"/>
          <a:ext cx="8928992" cy="31965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1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02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600" b="1" spc="-1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成员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600" b="1" spc="-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角色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zh-CN" altLang="en-US" sz="16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主要贡献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叶知秋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项目经理</a:t>
                      </a:r>
                      <a:endParaRPr lang="en-US" altLang="zh-CN" sz="1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算法工程师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项目开发规划 核心功能设计 系统架构设计 项目文档编写</a:t>
                      </a:r>
                      <a:endParaRPr lang="en-US" altLang="zh-CN" sz="1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核心算法实现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曹卜文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前端工程师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dirty="0">
                          <a:latin typeface="Times New Roman"/>
                          <a:cs typeface="Times New Roman"/>
                        </a:rPr>
                        <a:t>UI</a:t>
                      </a: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设计 页面实现 多端适配 交互优化 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张云轶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后端工程师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服务功能实现 数据库维护 </a:t>
                      </a:r>
                      <a:r>
                        <a:rPr lang="en-US" altLang="zh-CN" sz="1600" dirty="0" err="1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文档编写 功能测试 性能优化 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0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王俊杰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审核</a:t>
                      </a:r>
                      <a:endParaRPr lang="en-US" altLang="zh-CN" sz="1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运维经理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词库审核</a:t>
                      </a:r>
                      <a:endParaRPr lang="en-US" altLang="zh-CN" sz="16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600" dirty="0">
                          <a:latin typeface="Times New Roman"/>
                          <a:cs typeface="Times New Roman"/>
                        </a:rPr>
                        <a:t>网站部署 网站维护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图片 3" descr="QR 代码&#10;&#10;描述已自动生成">
            <a:extLst>
              <a:ext uri="{FF2B5EF4-FFF2-40B4-BE49-F238E27FC236}">
                <a16:creationId xmlns:a16="http://schemas.microsoft.com/office/drawing/2014/main" id="{C1FECB5F-0BD6-460A-32FA-0970A15E4C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18172"/>
            <a:ext cx="1224136" cy="122413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85EB3F-FA76-18F8-DEA5-5D2A2D36E404}"/>
              </a:ext>
            </a:extLst>
          </p:cNvPr>
          <p:cNvSpPr txBox="1"/>
          <p:nvPr/>
        </p:nvSpPr>
        <p:spPr>
          <a:xfrm>
            <a:off x="6156176" y="1168360"/>
            <a:ext cx="4355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111.231.191.2/#/</a:t>
            </a:r>
            <a:endParaRPr lang="zh-CN" altLang="en-US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539"/>
            <a:ext cx="7355160" cy="1028700"/>
          </a:xfrm>
        </p:spPr>
        <p:txBody>
          <a:bodyPr>
            <a:normAutofit/>
          </a:bodyPr>
          <a:lstStyle/>
          <a:p>
            <a:r>
              <a:rPr lang="zh-CN" altLang="en-US" dirty="0"/>
              <a:t>项目概述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932" y="1131590"/>
            <a:ext cx="7917492" cy="3640212"/>
          </a:xfrm>
        </p:spPr>
        <p:txBody>
          <a:bodyPr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本项目致力于为用户提供一款突破信息茧房的跨领域知识探索工具，通过整合随机词条获取与知识图谱可视化，以轻量、便捷的方式帮助用户接触原本不熟悉的知识领域。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短视频和购物网站算法往往将用户困于相对狭窄的兴趣圈层，而本项目的快速跳转、词语骰子功能可在多样化词库中随机抽取词条，并一键引导用户前往相关内容页面，从而降低陌生领域的认知门槛。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与此同时，</a:t>
            </a:r>
            <a:r>
              <a:rPr kumimoji="0" lang="zh-CN" altLang="zh-CN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知识图谱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功能有助于直观展示概念间的关系脉络，使用户在探索过程中不仅能拓宽视野，也能更清晰地理解全局知识结构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相关利益方：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终端用户</a:t>
            </a:r>
            <a:r>
              <a:rPr lang="en-US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目的网站</a:t>
            </a:r>
            <a:r>
              <a:rPr lang="en-US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目的网站创作者</a:t>
            </a:r>
            <a:r>
              <a:rPr lang="en-US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开发团队</a:t>
            </a:r>
            <a:r>
              <a:rPr lang="en-US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科普工作者</a:t>
            </a:r>
            <a:r>
              <a:rPr lang="en-US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托管方</a:t>
            </a:r>
            <a:endParaRPr lang="en-US" altLang="zh-CN" sz="1800" b="1" kern="100" dirty="0">
              <a:solidFill>
                <a:srgbClr val="0E284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800" b="1" kern="100" dirty="0">
                <a:solidFill>
                  <a:srgbClr val="0E284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数据提供方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697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DEB1-3716-D233-959E-F12393FDD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F4CE-441B-CD6E-D304-B041457A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219256" cy="1028700"/>
          </a:xfrm>
        </p:spPr>
        <p:txBody>
          <a:bodyPr>
            <a:noAutofit/>
          </a:bodyPr>
          <a:lstStyle/>
          <a:p>
            <a:r>
              <a:rPr lang="zh-CN" altLang="en-US" dirty="0"/>
              <a:t>方法、技术、工具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81038-64F4-7597-08F5-F57B3EC0F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9622"/>
            <a:ext cx="8219256" cy="328017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技术与工具栈</a:t>
            </a:r>
            <a:endParaRPr lang="en-US" altLang="zh-CN" dirty="0"/>
          </a:p>
          <a:p>
            <a:r>
              <a:rPr lang="zh-CN" altLang="en-US" b="0" dirty="0"/>
              <a:t>系统：宝塔面板 </a:t>
            </a:r>
            <a:r>
              <a:rPr lang="en-US" altLang="zh-CN" b="0" dirty="0"/>
              <a:t>+ </a:t>
            </a:r>
            <a:r>
              <a:rPr lang="en-US" altLang="zh-CN" b="0" dirty="0" err="1"/>
              <a:t>OpenCloudOS</a:t>
            </a:r>
            <a:r>
              <a:rPr lang="en-US" altLang="zh-CN" b="0" dirty="0"/>
              <a:t> 9</a:t>
            </a:r>
          </a:p>
          <a:p>
            <a:r>
              <a:rPr lang="zh-CN" altLang="en-US" b="0" dirty="0"/>
              <a:t>前端：</a:t>
            </a:r>
            <a:r>
              <a:rPr lang="en-US" altLang="zh-CN" b="0" dirty="0" err="1"/>
              <a:t>Hbuilder</a:t>
            </a:r>
            <a:r>
              <a:rPr lang="en-US" altLang="zh-CN" b="0" dirty="0"/>
              <a:t> + </a:t>
            </a:r>
            <a:r>
              <a:rPr lang="en-US" altLang="zh-CN" b="0" dirty="0" err="1"/>
              <a:t>uni</a:t>
            </a:r>
            <a:r>
              <a:rPr lang="en-US" altLang="zh-CN" b="0" dirty="0"/>
              <a:t>-app + Vue2</a:t>
            </a:r>
          </a:p>
          <a:p>
            <a:r>
              <a:rPr lang="zh-CN" altLang="en-US" b="0" dirty="0"/>
              <a:t>后端：</a:t>
            </a:r>
            <a:r>
              <a:rPr lang="en-US" altLang="zh-CN" b="0" dirty="0"/>
              <a:t>IntelliJ IDEA + Springboot3 + JDK 8</a:t>
            </a:r>
          </a:p>
          <a:p>
            <a:r>
              <a:rPr lang="zh-CN" altLang="en-US" b="0" dirty="0"/>
              <a:t>数据库：</a:t>
            </a:r>
            <a:r>
              <a:rPr lang="en-US" altLang="zh-CN" b="0" dirty="0"/>
              <a:t>MySQL 5.7</a:t>
            </a:r>
          </a:p>
          <a:p>
            <a:r>
              <a:rPr lang="zh-CN" altLang="en-US" b="0" dirty="0"/>
              <a:t>其他工具</a:t>
            </a:r>
            <a:r>
              <a:rPr lang="en-US" altLang="zh-CN" b="0" dirty="0"/>
              <a:t>/</a:t>
            </a:r>
            <a:r>
              <a:rPr lang="zh-CN" altLang="en-US" b="0" dirty="0"/>
              <a:t>平台：</a:t>
            </a:r>
            <a:r>
              <a:rPr lang="en-US" altLang="zh-CN" b="0" dirty="0" err="1"/>
              <a:t>apifox</a:t>
            </a:r>
            <a:r>
              <a:rPr lang="en-US" altLang="zh-CN" b="0" dirty="0"/>
              <a:t> </a:t>
            </a:r>
            <a:r>
              <a:rPr lang="en-US" altLang="zh-CN" b="0" dirty="0" err="1"/>
              <a:t>github</a:t>
            </a:r>
            <a:r>
              <a:rPr lang="en-US" altLang="zh-CN" b="0" dirty="0"/>
              <a:t> </a:t>
            </a:r>
            <a:r>
              <a:rPr lang="en-US" altLang="zh-CN" b="0" dirty="0" err="1"/>
              <a:t>typora</a:t>
            </a:r>
            <a:r>
              <a:rPr lang="en-US" altLang="zh-CN" b="0" dirty="0"/>
              <a:t> </a:t>
            </a:r>
            <a:r>
              <a:rPr lang="zh-CN" altLang="en-US" b="0" dirty="0"/>
              <a:t>腾讯会议 腾讯云</a:t>
            </a:r>
            <a:endParaRPr lang="en-US" altLang="zh-CN" b="0" dirty="0"/>
          </a:p>
          <a:p>
            <a:r>
              <a:rPr lang="zh-CN" altLang="en-US" dirty="0"/>
              <a:t>算法</a:t>
            </a:r>
            <a:endParaRPr lang="en-US" altLang="zh-CN" dirty="0"/>
          </a:p>
          <a:p>
            <a:r>
              <a:rPr lang="zh-CN" altLang="en-US" b="0" dirty="0"/>
              <a:t>词提取 → 词共现矩阵构建 → 个性化</a:t>
            </a:r>
            <a:r>
              <a:rPr lang="en-US" altLang="zh-CN" b="0" dirty="0" err="1"/>
              <a:t>pagerank</a:t>
            </a:r>
            <a:r>
              <a:rPr lang="zh-CN" altLang="en-US" b="0" dirty="0"/>
              <a:t>矩阵构建</a:t>
            </a:r>
            <a:endParaRPr lang="en-US" altLang="zh-CN" b="0" dirty="0"/>
          </a:p>
          <a:p>
            <a:endParaRPr lang="en-US" altLang="zh-CN" dirty="0"/>
          </a:p>
          <a:p>
            <a:endParaRPr lang="en-US" altLang="zh-CN" b="0" dirty="0"/>
          </a:p>
          <a:p>
            <a:endParaRPr lang="en-US" altLang="zh-CN" b="0" dirty="0"/>
          </a:p>
          <a:p>
            <a:endParaRPr lang="en-US" b="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FD93C8-B85F-3557-924E-DBF35946B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4083918"/>
            <a:ext cx="2115274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6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19256" cy="1028700"/>
          </a:xfrm>
        </p:spPr>
        <p:txBody>
          <a:bodyPr>
            <a:noAutofit/>
          </a:bodyPr>
          <a:lstStyle/>
          <a:p>
            <a:r>
              <a:rPr lang="zh-CN" altLang="en-US" dirty="0"/>
              <a:t>方法、技术、工具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9622"/>
            <a:ext cx="8219256" cy="3280172"/>
          </a:xfrm>
        </p:spPr>
        <p:txBody>
          <a:bodyPr>
            <a:normAutofit/>
          </a:bodyPr>
          <a:lstStyle/>
          <a:p>
            <a:r>
              <a:rPr lang="zh-CN" altLang="en-US" b="0" dirty="0"/>
              <a:t>本项目的开发与部署采用敏捷（</a:t>
            </a:r>
            <a:r>
              <a:rPr lang="en-US" altLang="zh-CN" b="0" dirty="0"/>
              <a:t>Agile</a:t>
            </a:r>
            <a:r>
              <a:rPr lang="zh-CN" altLang="en-US" b="0" dirty="0"/>
              <a:t>）开发方法论，以确保快速迭代和适应性调整。通过短周期迭代（</a:t>
            </a:r>
            <a:r>
              <a:rPr lang="en-US" altLang="zh-CN" b="0" dirty="0"/>
              <a:t>Sprint</a:t>
            </a:r>
            <a:r>
              <a:rPr lang="zh-CN" altLang="en-US" b="0" dirty="0"/>
              <a:t>）、明确的需求分解、频繁的团队沟通和阶段性回顾，项目团队能够及时发现并解决问题，从而保证项目的高效推进。在此基础上，借助相关项目管理与软件开发工具，对各个阶段的任务分配、进度跟踪。与质量管控进行有效管理</a:t>
            </a:r>
          </a:p>
        </p:txBody>
      </p:sp>
    </p:spTree>
    <p:extLst>
      <p:ext uri="{BB962C8B-B14F-4D97-AF65-F5344CB8AC3E}">
        <p14:creationId xmlns:p14="http://schemas.microsoft.com/office/powerpoint/2010/main" val="80245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F98A2-1AF2-DFC3-9769-D8D16BFE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5CF70-1107-74B8-F293-925C1BFA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219256" cy="1028700"/>
          </a:xfrm>
        </p:spPr>
        <p:txBody>
          <a:bodyPr>
            <a:noAutofit/>
          </a:bodyPr>
          <a:lstStyle/>
          <a:p>
            <a:r>
              <a:rPr lang="zh-CN" altLang="en-US" dirty="0"/>
              <a:t>方法、技术、工具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0E1F2-DE31-3F7C-7DBB-A49CE6730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9622"/>
            <a:ext cx="8219256" cy="3280172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生命周期模型</a:t>
            </a:r>
            <a:endParaRPr lang="en-US" altLang="zh-CN" dirty="0"/>
          </a:p>
          <a:p>
            <a:r>
              <a:rPr lang="zh-CN" altLang="en-US" b="0" dirty="0"/>
              <a:t>采用敏捷开发模型，将项目周期分为多个</a:t>
            </a:r>
            <a:r>
              <a:rPr lang="en-US" altLang="zh-CN" b="0" dirty="0"/>
              <a:t>Sprint</a:t>
            </a:r>
            <a:r>
              <a:rPr lang="zh-CN" altLang="en-US" b="0" dirty="0"/>
              <a:t>，每个</a:t>
            </a:r>
            <a:r>
              <a:rPr lang="en-US" altLang="zh-CN" b="0" dirty="0"/>
              <a:t>Sprint</a:t>
            </a:r>
            <a:r>
              <a:rPr lang="zh-CN" altLang="en-US" b="0" dirty="0"/>
              <a:t>持续约</a:t>
            </a:r>
            <a:r>
              <a:rPr lang="en-US" altLang="zh-CN" b="0" dirty="0"/>
              <a:t>2-4</a:t>
            </a:r>
            <a:r>
              <a:rPr lang="zh-CN" altLang="en-US" b="0" dirty="0"/>
              <a:t>周。每个迭代周期包括需求分析、设计、开发、测试、反馈与评审，并在完成后根据用户与团队反馈及时调整后续需求与目标。</a:t>
            </a:r>
            <a:endParaRPr lang="en-US" altLang="zh-CN" b="0" dirty="0"/>
          </a:p>
          <a:p>
            <a:r>
              <a:rPr lang="zh-CN" altLang="en-US" b="1" dirty="0"/>
              <a:t>项目管理技术</a:t>
            </a:r>
            <a:endParaRPr lang="en-US" altLang="zh-CN" dirty="0"/>
          </a:p>
          <a:p>
            <a:r>
              <a:rPr lang="zh-CN" altLang="en-US" b="0" dirty="0"/>
              <a:t>定期召开站会（</a:t>
            </a:r>
            <a:r>
              <a:rPr lang="en-US" altLang="zh-CN" b="0" dirty="0"/>
              <a:t>Daily Stand-up Meeting</a:t>
            </a:r>
            <a:r>
              <a:rPr lang="zh-CN" altLang="en-US" b="0" dirty="0"/>
              <a:t>），快速同步进展、讨论阻碍，并及时制定应对策略。</a:t>
            </a:r>
          </a:p>
          <a:p>
            <a:r>
              <a:rPr lang="zh-CN" altLang="en-US" b="0" dirty="0"/>
              <a:t>迭代末期进行</a:t>
            </a:r>
            <a:r>
              <a:rPr lang="en-US" altLang="zh-CN" b="0" dirty="0"/>
              <a:t>Sprint Review</a:t>
            </a:r>
            <a:r>
              <a:rPr lang="zh-CN" altLang="en-US" b="0" dirty="0"/>
              <a:t>和</a:t>
            </a:r>
            <a:r>
              <a:rPr lang="en-US" altLang="zh-CN" b="0" dirty="0"/>
              <a:t>Retro</a:t>
            </a:r>
            <a:r>
              <a:rPr lang="zh-CN" altLang="en-US" b="0" dirty="0"/>
              <a:t>会议，总结已完成成果与存在问题，优化下个</a:t>
            </a:r>
            <a:r>
              <a:rPr lang="en-US" altLang="zh-CN" b="0" dirty="0"/>
              <a:t>Sprint</a:t>
            </a:r>
            <a:r>
              <a:rPr lang="zh-CN" altLang="en-US" b="0" dirty="0"/>
              <a:t>的工作流程与目标规划。</a:t>
            </a:r>
          </a:p>
          <a:p>
            <a:r>
              <a:rPr lang="zh-CN" altLang="en-US" b="0" dirty="0"/>
              <a:t>使用</a:t>
            </a:r>
            <a:r>
              <a:rPr lang="en-US" altLang="zh-CN" b="0" dirty="0"/>
              <a:t>Bug</a:t>
            </a:r>
            <a:r>
              <a:rPr lang="zh-CN" altLang="en-US" b="0" dirty="0"/>
              <a:t>跟踪与版本管理工具（</a:t>
            </a:r>
            <a:r>
              <a:rPr lang="en-US" altLang="zh-CN" b="0" dirty="0"/>
              <a:t>GitHub</a:t>
            </a:r>
            <a:r>
              <a:rPr lang="zh-CN" altLang="en-US" b="0" dirty="0"/>
              <a:t>）确保代码变更可追溯，问题修复有记录，版本迭代有序进行。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644133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D39D2-EC75-994B-AAC0-3970DA9C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endParaRPr lang="LID4096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D7F30BF-88E4-4B53-C32C-0296F365C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136962"/>
            <a:ext cx="7620000" cy="1348211"/>
          </a:xfr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DD1B1AE-0FFA-3372-88EA-F478A0F4F030}"/>
              </a:ext>
            </a:extLst>
          </p:cNvPr>
          <p:cNvCxnSpPr>
            <a:cxnSpLocks/>
          </p:cNvCxnSpPr>
          <p:nvPr/>
        </p:nvCxnSpPr>
        <p:spPr>
          <a:xfrm>
            <a:off x="3779912" y="2427734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A829658-1BFC-F390-2C3D-3F07F4987268}"/>
              </a:ext>
            </a:extLst>
          </p:cNvPr>
          <p:cNvSpPr txBox="1"/>
          <p:nvPr/>
        </p:nvSpPr>
        <p:spPr>
          <a:xfrm>
            <a:off x="2483768" y="8435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词频统计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251634-A618-0947-79D1-FFAD41C37775}"/>
              </a:ext>
            </a:extLst>
          </p:cNvPr>
          <p:cNvSpPr txBox="1"/>
          <p:nvPr/>
        </p:nvSpPr>
        <p:spPr>
          <a:xfrm>
            <a:off x="2339752" y="247366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共现统计</a:t>
            </a:r>
            <a:endParaRPr lang="en-US" altLang="zh-CN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DD5679E-A8A4-E899-4760-5B0B9EAB6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075806"/>
            <a:ext cx="7362056" cy="160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158AB-7C73-82EE-EC14-2448F893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A35C3-7F31-A80E-6840-B7E9FDDD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endParaRPr lang="LID4096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1ED8F18-03D8-5D63-9015-0EA5E06624A8}"/>
              </a:ext>
            </a:extLst>
          </p:cNvPr>
          <p:cNvCxnSpPr>
            <a:cxnSpLocks/>
          </p:cNvCxnSpPr>
          <p:nvPr/>
        </p:nvCxnSpPr>
        <p:spPr>
          <a:xfrm>
            <a:off x="3779912" y="2427734"/>
            <a:ext cx="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0930F59-DDCD-CFE5-7EE1-737CBA055D3E}"/>
              </a:ext>
            </a:extLst>
          </p:cNvPr>
          <p:cNvSpPr txBox="1"/>
          <p:nvPr/>
        </p:nvSpPr>
        <p:spPr>
          <a:xfrm>
            <a:off x="2483768" y="7812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PageRank</a:t>
            </a:r>
            <a:r>
              <a:rPr lang="zh-CN" altLang="en-US" dirty="0"/>
              <a:t>转移概率矩阵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7FE86D-3272-C927-3F22-42F94BAB62F4}"/>
              </a:ext>
            </a:extLst>
          </p:cNvPr>
          <p:cNvSpPr txBox="1"/>
          <p:nvPr/>
        </p:nvSpPr>
        <p:spPr>
          <a:xfrm>
            <a:off x="899592" y="27064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个性化</a:t>
            </a:r>
            <a:r>
              <a:rPr lang="en-US" altLang="zh-CN" dirty="0" err="1"/>
              <a:t>Pagerank</a:t>
            </a:r>
            <a:r>
              <a:rPr lang="zh-CN" altLang="en-US" dirty="0"/>
              <a:t>幂迭代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5516E38-3BA2-6336-AFC7-C9D56439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1" y="1103708"/>
            <a:ext cx="7044606" cy="154741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959355A-A288-FB21-6754-1895C47AE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075806"/>
            <a:ext cx="7092280" cy="151877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758A0B7-EA65-DA40-8A33-C11E5E454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2611435"/>
            <a:ext cx="2115274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15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7A1E-396D-1F90-99DE-9AFC4AC9B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89553-D3B2-FCBC-20F9-4BC2C746F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</a:t>
            </a:r>
            <a:endParaRPr lang="LID4096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B6EDF93-021D-072A-1722-CA80FC12EC01}"/>
              </a:ext>
            </a:extLst>
          </p:cNvPr>
          <p:cNvCxnSpPr>
            <a:cxnSpLocks/>
          </p:cNvCxnSpPr>
          <p:nvPr/>
        </p:nvCxnSpPr>
        <p:spPr>
          <a:xfrm>
            <a:off x="3779912" y="2427734"/>
            <a:ext cx="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5AFB72E-F08A-A4FF-F2DE-9518582005CC}"/>
              </a:ext>
            </a:extLst>
          </p:cNvPr>
          <p:cNvSpPr txBox="1"/>
          <p:nvPr/>
        </p:nvSpPr>
        <p:spPr>
          <a:xfrm>
            <a:off x="2483768" y="7812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Top-k</a:t>
            </a:r>
            <a:r>
              <a:rPr lang="zh-CN" altLang="en-US" dirty="0"/>
              <a:t>无权图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BF39BBD-B44F-A217-A4BE-FD215C4AC68E}"/>
              </a:ext>
            </a:extLst>
          </p:cNvPr>
          <p:cNvSpPr txBox="1"/>
          <p:nvPr/>
        </p:nvSpPr>
        <p:spPr>
          <a:xfrm>
            <a:off x="1066800" y="279616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无向图转换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689341-A0C8-BBEF-AE84-E3DA41AB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113327"/>
            <a:ext cx="7092280" cy="156673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8A430E2-3CAE-84CC-2F7F-9A606A8B9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8" y="3165499"/>
            <a:ext cx="7415808" cy="158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7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E123-7E68-747B-3F23-8A5BB73A5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67D9-0BAA-7519-3469-5E7B48092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539"/>
            <a:ext cx="8219256" cy="1028700"/>
          </a:xfrm>
        </p:spPr>
        <p:txBody>
          <a:bodyPr>
            <a:normAutofit/>
          </a:bodyPr>
          <a:lstStyle/>
          <a:p>
            <a:r>
              <a:rPr lang="zh-CN" altLang="en-US" dirty="0"/>
              <a:t>贡献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3D30-7F72-2F8D-C468-01AB18378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9622"/>
            <a:ext cx="8219256" cy="3280172"/>
          </a:xfrm>
        </p:spPr>
        <p:txBody>
          <a:bodyPr>
            <a:normAutofit/>
          </a:bodyPr>
          <a:lstStyle/>
          <a:p>
            <a:r>
              <a:rPr lang="zh-CN" altLang="en-US" b="0" dirty="0"/>
              <a:t>目前的平台个性化、同质化推荐严重，无法轻易打破信息茧房，而我们为打破信息茧房提供途径。</a:t>
            </a:r>
            <a:endParaRPr lang="en-US" altLang="zh-CN" b="0" dirty="0"/>
          </a:p>
          <a:p>
            <a:r>
              <a:rPr lang="zh-CN" altLang="en-US" b="0" dirty="0"/>
              <a:t>本项目通过随机探索与随机个性化游走构建的知识图谱可视化，为用户打破信息茧房并轻松接触新领域知识。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2417526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539"/>
            <a:ext cx="8219256" cy="1028700"/>
          </a:xfrm>
        </p:spPr>
        <p:txBody>
          <a:bodyPr>
            <a:normAutofit/>
          </a:bodyPr>
          <a:lstStyle/>
          <a:p>
            <a:r>
              <a:rPr lang="zh-CN" altLang="en-US" dirty="0"/>
              <a:t>负责人及相关工作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9622"/>
            <a:ext cx="8219256" cy="3280172"/>
          </a:xfrm>
        </p:spPr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zh-CN" altLang="en-US" b="0" dirty="0"/>
              <a:t>项目经理、算法工程师</a:t>
            </a:r>
            <a:endParaRPr lang="en-US" altLang="zh-CN" b="0" dirty="0"/>
          </a:p>
          <a:p>
            <a:pPr marL="342900" indent="-342900">
              <a:buFont typeface="Arial"/>
              <a:buChar char="•"/>
            </a:pPr>
            <a:r>
              <a:rPr lang="zh-CN" altLang="en-US" b="0" dirty="0"/>
              <a:t>前端工程师</a:t>
            </a:r>
            <a:endParaRPr lang="en-US" altLang="zh-CN" b="0" dirty="0"/>
          </a:p>
          <a:p>
            <a:pPr marL="342900" indent="-342900">
              <a:buFont typeface="Arial"/>
              <a:buChar char="•"/>
            </a:pPr>
            <a:r>
              <a:rPr lang="zh-CN" altLang="en-US" b="0" dirty="0"/>
              <a:t>后端工程师</a:t>
            </a:r>
            <a:endParaRPr lang="en-US" altLang="zh-CN" b="0" dirty="0"/>
          </a:p>
          <a:p>
            <a:pPr marL="342900" indent="-342900">
              <a:buFont typeface="Arial"/>
              <a:buChar char="•"/>
            </a:pPr>
            <a:r>
              <a:rPr lang="zh-CN" altLang="en-US" b="0" dirty="0"/>
              <a:t>运维经理、审核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33370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DCF91-2B32-79FF-2155-BABB9E45E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06AB5-5EC1-C4B0-8DBA-DACEE31C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7494"/>
            <a:ext cx="8219256" cy="1028700"/>
          </a:xfrm>
        </p:spPr>
        <p:txBody>
          <a:bodyPr>
            <a:noAutofit/>
          </a:bodyPr>
          <a:lstStyle/>
          <a:p>
            <a:r>
              <a:rPr lang="zh-CN" altLang="en-US" dirty="0"/>
              <a:t>经验分析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9118F-1646-4BEC-51E3-4E0AA169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9622"/>
            <a:ext cx="8219256" cy="3280172"/>
          </a:xfrm>
        </p:spPr>
        <p:txBody>
          <a:bodyPr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zh-CN" altLang="en-US" b="0" dirty="0"/>
              <a:t>开发经验不足</a:t>
            </a:r>
            <a:endParaRPr lang="en-US" altLang="zh-CN" b="0" dirty="0"/>
          </a:p>
          <a:p>
            <a:pPr marL="342900" indent="-342900">
              <a:buFont typeface="Arial"/>
              <a:buChar char="•"/>
            </a:pPr>
            <a:r>
              <a:rPr lang="zh-CN" altLang="en-US" b="0" dirty="0"/>
              <a:t>开发规范性</a:t>
            </a:r>
            <a:endParaRPr lang="en-US" altLang="zh-CN" b="0" dirty="0"/>
          </a:p>
          <a:p>
            <a:pPr marL="342900" indent="-342900">
              <a:buFont typeface="Arial"/>
              <a:buChar char="•"/>
            </a:pPr>
            <a:r>
              <a:rPr lang="zh-CN" altLang="en-US" b="0" dirty="0"/>
              <a:t>多端多平台适配</a:t>
            </a:r>
            <a:endParaRPr lang="en-US" altLang="zh-CN" b="0" dirty="0"/>
          </a:p>
          <a:p>
            <a:pPr marL="342900" indent="-342900">
              <a:buFont typeface="Arial"/>
              <a:buChar char="•"/>
            </a:pPr>
            <a:r>
              <a:rPr lang="zh-CN" altLang="en-US" b="0" dirty="0"/>
              <a:t>算法实现</a:t>
            </a:r>
            <a:endParaRPr lang="en-US" altLang="zh-CN" b="0" dirty="0"/>
          </a:p>
          <a:p>
            <a:pPr marL="342900" indent="-342900">
              <a:buFont typeface="Arial"/>
              <a:buChar char="•"/>
            </a:pPr>
            <a:endParaRPr lang="en-US" b="0" dirty="0"/>
          </a:p>
          <a:p>
            <a:pPr marL="342900" indent="-342900">
              <a:buFont typeface="Arial"/>
              <a:buChar char="•"/>
            </a:pPr>
            <a:r>
              <a:rPr lang="zh-CN" altLang="en-US" b="0" dirty="0"/>
              <a:t>多学习现有框架和开发规范</a:t>
            </a:r>
            <a:endParaRPr lang="en-US" altLang="zh-CN" b="0" dirty="0"/>
          </a:p>
          <a:p>
            <a:pPr marL="342900" indent="-342900">
              <a:buFont typeface="Arial"/>
              <a:buChar char="•"/>
            </a:pPr>
            <a:r>
              <a:rPr lang="zh-CN" altLang="en-US" b="0" dirty="0"/>
              <a:t>学习其他人的思路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2662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539"/>
            <a:ext cx="8219256" cy="1028700"/>
          </a:xfrm>
        </p:spPr>
        <p:txBody>
          <a:bodyPr>
            <a:normAutofit/>
          </a:bodyPr>
          <a:lstStyle/>
          <a:p>
            <a:r>
              <a:rPr lang="zh-CN" altLang="en-US" dirty="0"/>
              <a:t>问答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9622"/>
            <a:ext cx="8219256" cy="3280172"/>
          </a:xfrm>
        </p:spPr>
        <p:txBody>
          <a:bodyPr>
            <a:normAutofit/>
          </a:bodyPr>
          <a:lstStyle/>
          <a:p>
            <a:pPr lvl="1" indent="0">
              <a:buNone/>
            </a:pPr>
            <a:r>
              <a:rPr lang="en-US" sz="4000" b="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15679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Essential.thmx</Template>
  <TotalTime>44322</TotalTime>
  <Words>650</Words>
  <Application>Microsoft Office PowerPoint</Application>
  <PresentationFormat>全屏显示(16:9)</PresentationFormat>
  <Paragraphs>77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Times New Roman</vt:lpstr>
      <vt:lpstr>Essential</vt:lpstr>
      <vt:lpstr>破茧索——信息茧房破除系统</vt:lpstr>
      <vt:lpstr>项目概述</vt:lpstr>
      <vt:lpstr>方法、技术、工具</vt:lpstr>
      <vt:lpstr>方法、技术、工具</vt:lpstr>
      <vt:lpstr>方法、技术、工具</vt:lpstr>
      <vt:lpstr>算法</vt:lpstr>
      <vt:lpstr>算法</vt:lpstr>
      <vt:lpstr>算法</vt:lpstr>
      <vt:lpstr>贡献</vt:lpstr>
      <vt:lpstr>负责人及相关工作</vt:lpstr>
      <vt:lpstr>经验分析</vt:lpstr>
      <vt:lpstr>问答</vt:lpstr>
    </vt:vector>
  </TitlesOfParts>
  <Company>Deakin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compmaths</dc:creator>
  <cp:lastModifiedBy>ZQ Y</cp:lastModifiedBy>
  <cp:revision>246</cp:revision>
  <dcterms:created xsi:type="dcterms:W3CDTF">2008-02-14T13:22:37Z</dcterms:created>
  <dcterms:modified xsi:type="dcterms:W3CDTF">2024-12-20T15:23:10Z</dcterms:modified>
</cp:coreProperties>
</file>